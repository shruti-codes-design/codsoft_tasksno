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63" r:id="rId6"/>
    <p:sldId id="262" r:id="rId7"/>
    <p:sldId id="261" r:id="rId8"/>
    <p:sldId id="259" r:id="rId9"/>
    <p:sldId id="260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86" d="100"/>
          <a:sy n="86" d="100"/>
        </p:scale>
        <p:origin x="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79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552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591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46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21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22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652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359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173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711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099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7002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07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707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6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874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99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37D43-B02A-40B0-B1BF-26B1CFC92B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071B2-0F1E-493B-9D34-28CC53C0E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3450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ckerwebsecurity.com/differenza-tra-phishing-spear-phishing-e-watering-hole/ogwebcast-watering-hole-attacks_600_339_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articles/10.3389/fcomp.2021.563060/ful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240518&amp;picture=scam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image/403283/premium-illustration-image-alert-attention-banner" TargetMode="External"/><Relationship Id="rId2" Type="http://schemas.openxmlformats.org/officeDocument/2006/relationships/image" Target="../media/image5.1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901C6-2361-8201-39AE-F350259EB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501578"/>
            <a:ext cx="9001462" cy="238760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Awareness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F76A38-470B-4167-3A34-39E67CCAE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389684"/>
            <a:ext cx="9001462" cy="1655762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 Internship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CODSOFT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Shruti Basliyal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ACF30C-CB4A-3389-2F18-E1188C199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114924" y="2483141"/>
            <a:ext cx="2963613" cy="316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3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0E1AF-3BF5-8E8D-29C6-FC596C37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428B7-1FB9-40DC-A1FE-F66C311D1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572" y="434465"/>
            <a:ext cx="8672856" cy="1092331"/>
          </a:xfrm>
        </p:spPr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Phishing?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FEFC3A-95E8-D1A1-D705-09BAF2B0D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839" y="1756660"/>
            <a:ext cx="4899171" cy="3724712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is a cyber attack where attackers: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🎭 Pretend to be a trusted person or organization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📧 Send fake emails, messages, or websites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🔑 Trick users into revealing passwords and bank details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💳 Steal personal or financial information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C87528-5645-C1F9-8E4E-69C09AA6F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38069" y="1980232"/>
            <a:ext cx="6204969" cy="327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920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DE99F-4613-3800-D1F5-9654F7AFC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5C74-7808-871F-FDAE-39D21AAE6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9057" y="132462"/>
            <a:ext cx="12205981" cy="1655762"/>
          </a:xfrm>
        </p:spPr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Phishing Dangerous?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5F426-F855-7BA2-1E61-44C1B9F0E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170" y="2206305"/>
            <a:ext cx="5545123" cy="2793534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can have serious consequences for individuals and organizations.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Financial loss due to stolen banking information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🔐 Identity theft using personal information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📂 Data breaches and loss of confidential data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🏢 Damage to company reputation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 Malware or ransomware infections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2D89CB-01F1-A70B-C2D6-E39E8F2DD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21739" y="2480122"/>
            <a:ext cx="3000317" cy="220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44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ED370-DB68-932D-79B9-2C515ABF1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C418A-CF00-148D-52BF-9204F1ECB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90518"/>
            <a:ext cx="9001462" cy="832272"/>
          </a:xfrm>
        </p:spPr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Phishing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E3115-B22E-8652-B101-1BF1E233A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674" y="1401761"/>
            <a:ext cx="8247016" cy="4467815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📧 Email Phishing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emails pretending to be from trusted organizations. </a:t>
            </a:r>
          </a:p>
          <a:p>
            <a:pPr algn="l"/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Spear Phishing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attacks aimed at a specific individual or organization. </a:t>
            </a:r>
          </a:p>
          <a:p>
            <a:pPr algn="l"/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🐋 Whaling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 senior executives or high-profile individuals. </a:t>
            </a:r>
          </a:p>
          <a:p>
            <a:pPr algn="l"/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📱 Smishing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attacks through SMS or text messages. </a:t>
            </a:r>
          </a:p>
          <a:p>
            <a:pPr algn="l"/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📞 Vishing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attacks using phone calls or voice messages.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5B3598-64C0-50C6-CF4E-A08136D5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32824"/>
              </p:ext>
            </p:extLst>
          </p:nvPr>
        </p:nvGraphicFramePr>
        <p:xfrm>
          <a:off x="6096000" y="2115865"/>
          <a:ext cx="5817326" cy="228872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908663">
                  <a:extLst>
                    <a:ext uri="{9D8B030D-6E8A-4147-A177-3AD203B41FA5}">
                      <a16:colId xmlns:a16="http://schemas.microsoft.com/office/drawing/2014/main" val="1120917085"/>
                    </a:ext>
                  </a:extLst>
                </a:gridCol>
                <a:gridCol w="2908663">
                  <a:extLst>
                    <a:ext uri="{9D8B030D-6E8A-4147-A177-3AD203B41FA5}">
                      <a16:colId xmlns:a16="http://schemas.microsoft.com/office/drawing/2014/main" val="512742199"/>
                    </a:ext>
                  </a:extLst>
                </a:gridCol>
              </a:tblGrid>
              <a:tr h="38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6718292"/>
                  </a:ext>
                </a:extLst>
              </a:tr>
              <a:tr h="38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Email Phishing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954186"/>
                  </a:ext>
                </a:extLst>
              </a:tr>
              <a:tr h="38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Spear Phishing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Personalized 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656602"/>
                  </a:ext>
                </a:extLst>
              </a:tr>
              <a:tr h="38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Whaling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Executives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739169"/>
                  </a:ext>
                </a:extLst>
              </a:tr>
              <a:tr h="38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Smishing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868282"/>
                  </a:ext>
                </a:extLst>
              </a:tr>
              <a:tr h="38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Vishing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Phone 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4934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257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6141D-D251-D2D2-0ABE-45B803580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8E5CD-4830-538D-003E-A21EC98178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8157" y="159573"/>
            <a:ext cx="9001462" cy="1385945"/>
          </a:xfrm>
        </p:spPr>
        <p:txBody>
          <a:bodyPr>
            <a:normAutofit fontScale="90000"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Identify Phishing Emails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D3C36-A60F-AF56-B095-56D2803A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366" y="1879134"/>
            <a:ext cx="5283703" cy="3171038"/>
          </a:xfrm>
        </p:spPr>
        <p:txBody>
          <a:bodyPr>
            <a:normAutofit fontScale="70000" lnSpcReduction="20000"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 sender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suspicious email address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Urgent or threatening language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("Your account will be suspended!")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links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(hover over links before clicking)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Unexpected attachments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Spelling and grammar mistakes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for passwords, OTPs, or bank details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70C08A-90CC-DFC5-24A6-D4B92E751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56119" y="2190589"/>
            <a:ext cx="3334002" cy="232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74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41773-6D93-7CB4-BE1C-1389BC1E1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E07E7-8CDC-E644-A41E-659990265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09057"/>
            <a:ext cx="9001462" cy="1427890"/>
          </a:xfrm>
        </p:spPr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Websites &amp; Login Pages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A4F5C-F035-C72C-AA7A-12B5A3C63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623" y="1999740"/>
            <a:ext cx="5837377" cy="1708193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Fake Websites?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websites are designed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exactly like legitimate websites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trick users into entering sensitive information such as usernames, passwords, credit card details, or OTPs.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E7225-166B-BBE2-9962-CE9EE3A4E3E8}"/>
              </a:ext>
            </a:extLst>
          </p:cNvPr>
          <p:cNvSpPr txBox="1"/>
          <p:nvPr/>
        </p:nvSpPr>
        <p:spPr>
          <a:xfrm>
            <a:off x="6803471" y="1853528"/>
            <a:ext cx="45615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Similar-looking website URL (e.g., arnazon.com instead of amazon.com)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Missing or suspicious HTTPS/security certificate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Copied logos and website design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Pop-ups asking for personal or banking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Fake login forms that steal your credentials </a:t>
            </a:r>
          </a:p>
        </p:txBody>
      </p:sp>
    </p:spTree>
    <p:extLst>
      <p:ext uri="{BB962C8B-B14F-4D97-AF65-F5344CB8AC3E}">
        <p14:creationId xmlns:p14="http://schemas.microsoft.com/office/powerpoint/2010/main" val="110202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03F9-B71A-24D3-488D-B1BEC4B6E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146C9-DF99-648A-622E-1826D0B6A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0711" y="239422"/>
            <a:ext cx="9001462" cy="1360778"/>
          </a:xfrm>
        </p:spPr>
        <p:txBody>
          <a:bodyPr>
            <a:normAutofit fontScale="90000"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7DA9D9-7FDF-83CC-C42B-5D369FF79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006" y="2055303"/>
            <a:ext cx="10143725" cy="3598877"/>
          </a:xfrm>
        </p:spPr>
        <p:txBody>
          <a:bodyPr>
            <a:normAutofit fontScale="62500" lnSpcReduction="20000"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 is a technique where attackers manipulate people into revealing confidential information by exploiting trust, fear, curiosity, or urgency.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Techniques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Impersonation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Pretending to be a trusted person or organization.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Pressuring users to act immediately.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Offering fake rewards or free downloads.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Pretexting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Creating a believable story to gain trust.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 Tactics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Threatening account suspension or legal action.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034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8057A-837C-50A9-C609-A31EF9375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BC420-6A92-7B01-23C6-62C69FFFC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6546" y="241519"/>
            <a:ext cx="9001462" cy="1293666"/>
          </a:xfrm>
        </p:spPr>
        <p:txBody>
          <a:bodyPr>
            <a:normAutofit fontScale="90000"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Phishing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FC99A-2C6D-4409-ADC3-6049ECCD7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620" y="1661020"/>
            <a:ext cx="10989578" cy="4504888"/>
          </a:xfrm>
        </p:spPr>
        <p:txBody>
          <a:bodyPr>
            <a:normAutofit fontScale="77500" lnSpcReduction="20000"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&amp; Facebook Scam (2013–2015)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cybercriminal tricked Google and Facebook by sending fake invoices pretending to be from a legitimate supplier.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$100 million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transferred.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emails and invoices appeared genuine.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attacker was later arrested and convicted. 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Learned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verify payment requests and email authenticity before taking action.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7980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5A5DA-28E9-E407-9000-0566D4A2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089D0-5230-134A-9CF0-225BE3224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314923"/>
            <a:ext cx="9001462" cy="1285277"/>
          </a:xfrm>
        </p:spPr>
        <p:txBody>
          <a:bodyPr>
            <a:normAutofit fontScale="90000"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 to Stay Safe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88CB4-6966-CF79-17EF-E8554F499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1879133"/>
            <a:ext cx="9001462" cy="4244829"/>
          </a:xfrm>
        </p:spPr>
        <p:txBody>
          <a:bodyPr>
            <a:normAutofit lnSpcReduction="10000"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These Safety Tips: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the sender's email address.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Hover over links before clicking.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strong, unique passwords.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Multi-Factor Authentication (MFA).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software and antivirus updated.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share passwords or OTPs.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suspicious emails immediately.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5665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B323A-1965-C160-B5F0-4449D61DC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18F2F-73BD-A24F-764F-8E93FCDEA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384132"/>
            <a:ext cx="9001462" cy="857439"/>
          </a:xfrm>
        </p:spPr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Warning Signs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11C10-EFED-4E87-7EA0-4F4E1A78F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391" y="1677797"/>
            <a:ext cx="10437340" cy="4496499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Alert If You Notice: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Unexpected emails or messages.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spelling and grammar.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or shortened links.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for passwords or banking details.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Urgent or threatening messages.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Unexpected attachments.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 sender or unusual email address. </a:t>
            </a:r>
          </a:p>
          <a:p>
            <a:pPr algn="l"/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something seems suspicious, verify it before taking any action.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873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0D3C6-3451-CF17-7DCB-B002C2BB6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64402-ADC5-3E58-AF00-769A94864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426077"/>
            <a:ext cx="9001462" cy="664492"/>
          </a:xfrm>
        </p:spPr>
        <p:txBody>
          <a:bodyPr>
            <a:normAutofit fontScale="90000"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BD408-19C5-8178-B386-CFDAA6FEE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728" y="1090569"/>
            <a:ext cx="11098635" cy="5243119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Your Knowledge</a:t>
            </a:r>
          </a:p>
          <a:p>
            <a:pPr algn="l"/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phishing?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A fishing technique </a:t>
            </a: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 cyber attack to steal information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✅ 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 type of antivirus </a:t>
            </a:r>
          </a:p>
          <a:p>
            <a:pPr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is a warning sign of phishing?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Official company email </a:t>
            </a:r>
          </a:p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Urgent request for passwords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✅ 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Secure HTTPS website </a:t>
            </a:r>
          </a:p>
          <a:p>
            <a:pPr algn="l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should you do before clicking a link?</a:t>
            </a:r>
          </a:p>
          <a:p>
            <a:pPr algn="l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Hover over it to check the URL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✅ </a:t>
            </a: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Click immediately </a:t>
            </a: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Ignore the sender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814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2400-EEF9-06F2-80A4-D9B2F2F43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E80F-61AA-9791-C99B-BF6224722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6546" y="182796"/>
            <a:ext cx="9001462" cy="991663"/>
          </a:xfrm>
        </p:spPr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82CF9C-D1A8-1526-C64B-1DDBE6C02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839" y="1949407"/>
            <a:ext cx="10051446" cy="3327268"/>
          </a:xfrm>
        </p:spPr>
        <p:txBody>
          <a:bodyPr>
            <a:norm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is one of the most common cyber threats.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exploit human trust rather than technical weaknesses.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verify emails, links, and websites before sharing information.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informed and practice safe online habits.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0132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61E98-4F6A-7485-A4C6-B497D14D0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D9E7-7076-DC98-C8BF-361F5FDE3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275075"/>
            <a:ext cx="9001462" cy="714826"/>
          </a:xfrm>
        </p:spPr>
        <p:txBody>
          <a:bodyPr>
            <a:normAutofit fontScale="90000"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A475C-1982-ED67-B4AF-11D30036D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558" y="1409349"/>
            <a:ext cx="10412173" cy="5100508"/>
          </a:xfrm>
        </p:spPr>
        <p:txBody>
          <a:bodyPr>
            <a:norm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reliable sources such as: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Security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Safety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Cisco Cybersecurity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Norton Cyber Safety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CISA (Cybersecurity and Infrastructure Security Agency)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51846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46</TotalTime>
  <Words>723</Words>
  <Application>Microsoft Office PowerPoint</Application>
  <PresentationFormat>Widescreen</PresentationFormat>
  <Paragraphs>133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Bookman Old Style</vt:lpstr>
      <vt:lpstr>Rockwell</vt:lpstr>
      <vt:lpstr>Times New Roman</vt:lpstr>
      <vt:lpstr>Wingdings</vt:lpstr>
      <vt:lpstr>Damask</vt:lpstr>
      <vt:lpstr>Phishing Awareness Program</vt:lpstr>
      <vt:lpstr>What is Phishing?</vt:lpstr>
      <vt:lpstr>Why is Phishing Dangerous?</vt:lpstr>
      <vt:lpstr>Types of Phishing</vt:lpstr>
      <vt:lpstr>How to Identify Phishing Emails</vt:lpstr>
      <vt:lpstr>Fake Websites &amp; Login Pages</vt:lpstr>
      <vt:lpstr>Social Engineering Techniques</vt:lpstr>
      <vt:lpstr>Real-Life Phishing Case Study</vt:lpstr>
      <vt:lpstr>Best Practices to Stay Safe</vt:lpstr>
      <vt:lpstr>Common Warning Signs</vt:lpstr>
      <vt:lpstr>Quiz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 basliyal</dc:creator>
  <cp:lastModifiedBy>shruti basliyal</cp:lastModifiedBy>
  <cp:revision>5</cp:revision>
  <dcterms:created xsi:type="dcterms:W3CDTF">2026-07-19T16:55:45Z</dcterms:created>
  <dcterms:modified xsi:type="dcterms:W3CDTF">2026-07-23T14:00:08Z</dcterms:modified>
</cp:coreProperties>
</file>